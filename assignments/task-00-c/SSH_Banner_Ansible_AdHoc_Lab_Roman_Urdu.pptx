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4c5ce95a4741ba" /><Relationship Type="http://schemas.openxmlformats.org/officeDocument/2006/relationships/extended-properties" Target="/docProps/app.xml" Id="R5341fa2640d74d96" /><Relationship Type="http://schemas.openxmlformats.org/officeDocument/2006/relationships/officeDocument" Target="/ppt/presentation.xml" Id="Ra6d9bdff13af45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4e60ce1044167"/>
  </p:sldMasterIdLst>
  <p:notesMasterIdLst>
    <p:notesMasterId xmlns:r="http://schemas.openxmlformats.org/officeDocument/2006/relationships" r:id="Rad5d3ed11fd941d5"/>
  </p:notesMasterIdLst>
  <p:sldIdLst>
    <p:sldId xmlns:r="http://schemas.openxmlformats.org/officeDocument/2006/relationships" id="256" r:id="Re0de99163a2946a5"/>
    <p:sldId xmlns:r="http://schemas.openxmlformats.org/officeDocument/2006/relationships" id="257" r:id="R3851ab2be9874acf"/>
    <p:sldId xmlns:r="http://schemas.openxmlformats.org/officeDocument/2006/relationships" id="258" r:id="Rf0ae02dcaad24e9c"/>
    <p:sldId xmlns:r="http://schemas.openxmlformats.org/officeDocument/2006/relationships" id="259" r:id="R23e3e9ff6cc44aa4"/>
    <p:sldId xmlns:r="http://schemas.openxmlformats.org/officeDocument/2006/relationships" id="260" r:id="R5f216d96603c4497"/>
    <p:sldId xmlns:r="http://schemas.openxmlformats.org/officeDocument/2006/relationships" id="261" r:id="R5e7216642f324b15"/>
    <p:sldId xmlns:r="http://schemas.openxmlformats.org/officeDocument/2006/relationships" id="262" r:id="Rdf910a6f082b4dad"/>
    <p:sldId xmlns:r="http://schemas.openxmlformats.org/officeDocument/2006/relationships" id="263" r:id="R82b8bad1824c4184"/>
    <p:sldId xmlns:r="http://schemas.openxmlformats.org/officeDocument/2006/relationships" id="264" r:id="Rb238b72c5e2442c4"/>
    <p:sldId xmlns:r="http://schemas.openxmlformats.org/officeDocument/2006/relationships" id="265" r:id="R7ec11acd85d64f79"/>
    <p:sldId xmlns:r="http://schemas.openxmlformats.org/officeDocument/2006/relationships" id="266" r:id="Raaa0585c87bc4fac"/>
    <p:sldId xmlns:r="http://schemas.openxmlformats.org/officeDocument/2006/relationships" id="267" r:id="R11b37646a4454f09"/>
    <p:sldId xmlns:r="http://schemas.openxmlformats.org/officeDocument/2006/relationships" id="268" r:id="R6e2ade8c75ec4cb8"/>
    <p:sldId xmlns:r="http://schemas.openxmlformats.org/officeDocument/2006/relationships" id="269" r:id="Re13883893e134868"/>
    <p:sldId xmlns:r="http://schemas.openxmlformats.org/officeDocument/2006/relationships" id="270" r:id="Rf4f8432587264fcc"/>
    <p:sldId xmlns:r="http://schemas.openxmlformats.org/officeDocument/2006/relationships" id="271" r:id="Re278f3325a5e4ec9"/>
    <p:sldId xmlns:r="http://schemas.openxmlformats.org/officeDocument/2006/relationships" id="272" r:id="R47c9d4b3e3124430"/>
    <p:sldId xmlns:r="http://schemas.openxmlformats.org/officeDocument/2006/relationships" id="273" r:id="Rfc44b03e517048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86fc14eee4b4f" /><Relationship Type="http://schemas.openxmlformats.org/officeDocument/2006/relationships/slideMaster" Target="/ppt/slideMasters/slideMaster1.xml" Id="R7494e60ce1044167" /><Relationship Type="http://schemas.openxmlformats.org/officeDocument/2006/relationships/notesMaster" Target="/ppt/notesMasters/notesMaster1.xml" Id="Rad5d3ed11fd941d5" /><Relationship Type="http://schemas.openxmlformats.org/officeDocument/2006/relationships/presProps" Target="/ppt/presProps.xml" Id="R9ef74a46ff7846fa" /><Relationship Type="http://schemas.openxmlformats.org/officeDocument/2006/relationships/tableStyles" Target="/ppt/tableStyles.xml" Id="R1276f962f6da40eb" /><Relationship Type="http://schemas.openxmlformats.org/officeDocument/2006/relationships/slide" Target="/ppt/slides/slide1.xml" Id="Re0de99163a2946a5" /><Relationship Type="http://schemas.openxmlformats.org/officeDocument/2006/relationships/slide" Target="/ppt/slides/slide2.xml" Id="R3851ab2be9874acf" /><Relationship Type="http://schemas.openxmlformats.org/officeDocument/2006/relationships/slide" Target="/ppt/slides/slide3.xml" Id="Rf0ae02dcaad24e9c" /><Relationship Type="http://schemas.openxmlformats.org/officeDocument/2006/relationships/slide" Target="/ppt/slides/slide4.xml" Id="R23e3e9ff6cc44aa4" /><Relationship Type="http://schemas.openxmlformats.org/officeDocument/2006/relationships/slide" Target="/ppt/slides/slide5.xml" Id="R5f216d96603c4497" /><Relationship Type="http://schemas.openxmlformats.org/officeDocument/2006/relationships/slide" Target="/ppt/slides/slide6.xml" Id="R5e7216642f324b15" /><Relationship Type="http://schemas.openxmlformats.org/officeDocument/2006/relationships/slide" Target="/ppt/slides/slide7.xml" Id="Rdf910a6f082b4dad" /><Relationship Type="http://schemas.openxmlformats.org/officeDocument/2006/relationships/slide" Target="/ppt/slides/slide8.xml" Id="R82b8bad1824c4184" /><Relationship Type="http://schemas.openxmlformats.org/officeDocument/2006/relationships/slide" Target="/ppt/slides/slide9.xml" Id="Rb238b72c5e2442c4" /><Relationship Type="http://schemas.openxmlformats.org/officeDocument/2006/relationships/slide" Target="/ppt/slides/slide10.xml" Id="R7ec11acd85d64f79" /><Relationship Type="http://schemas.openxmlformats.org/officeDocument/2006/relationships/slide" Target="/ppt/slides/slide11.xml" Id="Raaa0585c87bc4fac" /><Relationship Type="http://schemas.openxmlformats.org/officeDocument/2006/relationships/slide" Target="/ppt/slides/slide12.xml" Id="R11b37646a4454f09" /><Relationship Type="http://schemas.openxmlformats.org/officeDocument/2006/relationships/slide" Target="/ppt/slides/slide13.xml" Id="R6e2ade8c75ec4cb8" /><Relationship Type="http://schemas.openxmlformats.org/officeDocument/2006/relationships/slide" Target="/ppt/slides/slide14.xml" Id="Re13883893e134868" /><Relationship Type="http://schemas.openxmlformats.org/officeDocument/2006/relationships/slide" Target="/ppt/slides/slide15.xml" Id="Rf4f8432587264fcc" /><Relationship Type="http://schemas.openxmlformats.org/officeDocument/2006/relationships/slide" Target="/ppt/slides/slide16.xml" Id="Re278f3325a5e4ec9" /><Relationship Type="http://schemas.openxmlformats.org/officeDocument/2006/relationships/slide" Target="/ppt/slides/slide17.xml" Id="R47c9d4b3e3124430" /><Relationship Type="http://schemas.openxmlformats.org/officeDocument/2006/relationships/slide" Target="/ppt/slides/slide18.xml" Id="Rfc44b03e517048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e8e58f95fb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8d01d6b064c14" /><Relationship Type="http://schemas.openxmlformats.org/officeDocument/2006/relationships/notesMaster" Target="/ppt/notesMasters/notesMaster1.xml" Id="R7f92df14f1ab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dd05f3b32d4536" /><Relationship Type="http://schemas.openxmlformats.org/officeDocument/2006/relationships/notesMaster" Target="/ppt/notesMasters/notesMaster1.xml" Id="R6b9312cb5193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6b136dd3df4419" /><Relationship Type="http://schemas.openxmlformats.org/officeDocument/2006/relationships/notesMaster" Target="/ppt/notesMasters/notesMaster1.xml" Id="Rb7c786ea2d1749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bde93d332f455e" /><Relationship Type="http://schemas.openxmlformats.org/officeDocument/2006/relationships/notesMaster" Target="/ppt/notesMasters/notesMaster1.xml" Id="R36cc4fb099bc41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74e66df314a49" /><Relationship Type="http://schemas.openxmlformats.org/officeDocument/2006/relationships/notesMaster" Target="/ppt/notesMasters/notesMaster1.xml" Id="R514a9df584134a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b53994597497e" /><Relationship Type="http://schemas.openxmlformats.org/officeDocument/2006/relationships/notesMaster" Target="/ppt/notesMasters/notesMaster1.xml" Id="Rb25a245b7f49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8d216f57c940c1" /><Relationship Type="http://schemas.openxmlformats.org/officeDocument/2006/relationships/notesMaster" Target="/ppt/notesMasters/notesMaster1.xml" Id="Ra3664d7e6d73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473363e197479c" /><Relationship Type="http://schemas.openxmlformats.org/officeDocument/2006/relationships/notesMaster" Target="/ppt/notesMasters/notesMaster1.xml" Id="R13394c272b3341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ef805e978e4639" /><Relationship Type="http://schemas.openxmlformats.org/officeDocument/2006/relationships/notesMaster" Target="/ppt/notesMasters/notesMaster1.xml" Id="R487891fd0b3949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951e79aa884862" /><Relationship Type="http://schemas.openxmlformats.org/officeDocument/2006/relationships/notesMaster" Target="/ppt/notesMasters/notesMaster1.xml" Id="R97c4ad2d4dc640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3c6bea7d00481a" /><Relationship Type="http://schemas.openxmlformats.org/officeDocument/2006/relationships/notesMaster" Target="/ppt/notesMasters/notesMaster1.xml" Id="R795d581eb45c41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563214f7f44886" /><Relationship Type="http://schemas.openxmlformats.org/officeDocument/2006/relationships/notesMaster" Target="/ppt/notesMasters/notesMaster1.xml" Id="R82dee83377fd4d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6cbdf34da648a9" /><Relationship Type="http://schemas.openxmlformats.org/officeDocument/2006/relationships/notesMaster" Target="/ppt/notesMasters/notesMaster1.xml" Id="Rb2a2388df4c24b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2c12e3a0b84be9" /><Relationship Type="http://schemas.openxmlformats.org/officeDocument/2006/relationships/notesMaster" Target="/ppt/notesMasters/notesMaster1.xml" Id="Rbc9f4030dc7d43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b633b5379d4563" /><Relationship Type="http://schemas.openxmlformats.org/officeDocument/2006/relationships/notesMaster" Target="/ppt/notesMasters/notesMaster1.xml" Id="R8ec8c784f59448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0987f159af4e25" /><Relationship Type="http://schemas.openxmlformats.org/officeDocument/2006/relationships/notesMaster" Target="/ppt/notesMasters/notesMaster1.xml" Id="Rfc8a2027feb141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def70343384571" /><Relationship Type="http://schemas.openxmlformats.org/officeDocument/2006/relationships/notesMaster" Target="/ppt/notesMasters/notesMaster1.xml" Id="R067c7442ceaf48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4daa38f19641f6" /><Relationship Type="http://schemas.openxmlformats.org/officeDocument/2006/relationships/notesMaster" Target="/ppt/notesMasters/notesMaster1.xml" Id="Rc80f97a8ee53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e71ba51634b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adedce563497d" /><Relationship Type="http://schemas.openxmlformats.org/officeDocument/2006/relationships/slideLayout" Target="/ppt/slideLayouts/slideLayout1.xml" Id="Rc850e1eeb7f84e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50e1eeb7f84e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5d24bab444817" /><Relationship Type="http://schemas.openxmlformats.org/officeDocument/2006/relationships/notesSlide" Target="/ppt/notesSlides/notesSlide1.xml" Id="Rf18c21e7d641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d5e0a08c48d8" /><Relationship Type="http://schemas.openxmlformats.org/officeDocument/2006/relationships/notesSlide" Target="/ppt/notesSlides/notesSlide2.xml" Id="R479c88f556e7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ca122b9584b76" /><Relationship Type="http://schemas.openxmlformats.org/officeDocument/2006/relationships/notesSlide" Target="/ppt/notesSlides/notesSlide3.xml" Id="Re851b35f555a45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11256cd004cea" /><Relationship Type="http://schemas.openxmlformats.org/officeDocument/2006/relationships/notesSlide" Target="/ppt/notesSlides/notesSlide4.xml" Id="Rb18cc8b92fd6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d1f63838d4128" /><Relationship Type="http://schemas.openxmlformats.org/officeDocument/2006/relationships/notesSlide" Target="/ppt/notesSlides/notesSlide5.xml" Id="R9efa5d5608d344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349413782495f" /><Relationship Type="http://schemas.openxmlformats.org/officeDocument/2006/relationships/notesSlide" Target="/ppt/notesSlides/notesSlide6.xml" Id="R4bad60e2c52a44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21412db9e44ad" /><Relationship Type="http://schemas.openxmlformats.org/officeDocument/2006/relationships/notesSlide" Target="/ppt/notesSlides/notesSlide7.xml" Id="R260fae5c9f8f4e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343b66dee4a9a" /><Relationship Type="http://schemas.openxmlformats.org/officeDocument/2006/relationships/notesSlide" Target="/ppt/notesSlides/notesSlide8.xml" Id="Rc186d545b915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f3563cb2c4c69" /><Relationship Type="http://schemas.openxmlformats.org/officeDocument/2006/relationships/notesSlide" Target="/ppt/notesSlides/notesSlide9.xml" Id="R313eb61b9de74c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a761f93f44369" /><Relationship Type="http://schemas.openxmlformats.org/officeDocument/2006/relationships/notesSlide" Target="/ppt/notesSlides/notesSlide10.xml" Id="R34cbc80b8672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aa7c62f84a98" /><Relationship Type="http://schemas.openxmlformats.org/officeDocument/2006/relationships/notesSlide" Target="/ppt/notesSlides/notesSlide11.xml" Id="Rb9d942c4f98f4d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491aea5e248b3" /><Relationship Type="http://schemas.openxmlformats.org/officeDocument/2006/relationships/notesSlide" Target="/ppt/notesSlides/notesSlide12.xml" Id="Rbdb5d1b3fc314f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6b449ed904587" /><Relationship Type="http://schemas.openxmlformats.org/officeDocument/2006/relationships/notesSlide" Target="/ppt/notesSlides/notesSlide13.xml" Id="Rc80a201d207243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99b17d0764d33" /><Relationship Type="http://schemas.openxmlformats.org/officeDocument/2006/relationships/notesSlide" Target="/ppt/notesSlides/notesSlide14.xml" Id="R63c159114ca343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a0bad52144e9" /><Relationship Type="http://schemas.openxmlformats.org/officeDocument/2006/relationships/notesSlide" Target="/ppt/notesSlides/notesSlide15.xml" Id="Rc1ab37de178a40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77e8cfec14cb6" /><Relationship Type="http://schemas.openxmlformats.org/officeDocument/2006/relationships/notesSlide" Target="/ppt/notesSlides/notesSlide16.xml" Id="Rb4f7f9c3002541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487a7b6294b19" /><Relationship Type="http://schemas.openxmlformats.org/officeDocument/2006/relationships/notesSlide" Target="/ppt/notesSlides/notesSlide17.xml" Id="R5b7534e7ffcf40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68eb3878439d" /><Relationship Type="http://schemas.openxmlformats.org/officeDocument/2006/relationships/notesSlide" Target="/ppt/notesSlides/notesSlide18.xml" Id="R2286c87d5a53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32893-7A0D-4550-AED5-EDE7078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ADE27-97FB-4E11-A88B-DBC00F06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HANDS-ON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E489B-6604-4D38-85A3-9228A30B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Banner with Ansible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8B46D-C89B-4064-BF49-62185C93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0A5F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60A5FA"/>
                </a:solidFill>
                <a:latin typeface="DejaVu Sans"/>
                <a:ea typeface="DejaVu Sans"/>
                <a:cs typeface="DejaVu Sans"/>
              </a:rPr>
              <a:t>Ad-Hoc Commands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DC1AF-C9FA-4560-9172-1A14E583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Safe tareeqay se configure, validate, reload, verify aur rollback karein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9956-417B-44B3-95A2-0703257C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04900"/>
            <a:ext cx="3238500" cy="4095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0C2DD-0920-466C-8D31-58CCD987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1F590-1CB8-4A6F-8CAA-5E6B038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three_tier_app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B8867-BA4B-41DD-8EEB-9AE8AC56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CONTROL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E045B-F401-497D-A589-43D25D6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ansible-server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4DD4-4752-4FCB-AB86-0FB25FAC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MANAGED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CEFDF-247E-47AE-8113-DDB96087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node1  node2  node3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D299A-AB79-4A9C-92AE-E90B4ACC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Roman Urdu study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407F-F987-4243-A668-0E2FFE4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6E28E-2FEA-484B-BA06-21B7097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9143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4FEBA-F9A8-43B8-8FA2-A3F06C87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Learning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11130-9529-436C-ADC7-8B903615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B4D81-F2AE-4741-A09B-DDAD9B2B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configuration change ka safe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8199C-7781-402E-AC6D-A87E099A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C8152-9500-40AE-882F-C16CDB20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434ED-F9CC-4E93-8052-C8CFAD3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206BB-A661-45C7-B7BE-BC776F0F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BBC23-7EE0-49F7-8BD2-758A62E8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049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Target aur modules ko samjhein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AC0BB-2AF6-41B2-9E94-B3239AC6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D17F8-9F02-4493-A8EE-74BAFC6F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9FD38-C0FD-4187-947D-AC03B715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003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file create karein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5EF09-EA6D-471F-8ECA-D0A85061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3A3A1-6569-4E2B-B595-F8708301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BED7B-0AF8-4F49-8D8C-43FD19B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956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Regex se sshd_config manage karein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6FDA4-9D5B-4839-B143-7EDC4CD2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7B5CB-D395-4475-B7F0-538077E4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E7BE9-B1D1-46F2-B8CE-55C2B5C2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910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Validate, reload aur test karein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CAEBA-3FB4-4723-99F1-CE88A037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61E41-B3E5-45FA-8B86-B902CC98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5335A-28C0-4E8D-9A8C-727CC24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Idempotency check aur rollback karein</a:t>
            </a:r>
          </a:p>
        </p:txBody>
      </p:sp>
    </p:spTree>
    <p:extLst>
      <p:ext uri="{BB962C8B-B14F-4D97-AF65-F5344CB8AC3E}">
        <p14:creationId xmlns:p14="http://schemas.microsoft.com/office/powerpoint/2010/main" val="397228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29B26C-22CC-4965-A6B7-B6D1B2D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Lab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9EB60-F1D4-4124-9377-86150FB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BC25-0A06-4760-BDD7-623706EA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 control node aur teen managed nodes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36502-094A-46A5-B14E-52DE495C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40A00-3231-42F0-BF7E-36BEAA08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1A80C-FDF4-43DC-BD32-8126664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00400" cy="4038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C0DD-7CB2-4B33-8B04-97A09D60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514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0920D-4311-4C94-BDCE-C4DFB940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CONTROL 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D2457-DD9F-4AE3-813C-74F055F8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ansible-server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C8CDE-033F-4569-A2F4-999A844C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rPr>
              <a:t>192.168.1.233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39E51-2AC3-4853-A9E0-F28F61DE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ansibleadmin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1397B-197E-43B6-8E5C-85C9A27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705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4A8D8-8875-4F87-AA85-2F53B7F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/home/ansibleadmin/automation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2B188-9C1E-418D-A158-AF82A80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2514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358BA-ED9F-42EF-899B-2C398A9E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335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MANAGED 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E86A5-E744-451E-9DA1-17D48AD9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708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AF9CB-8C6D-46CD-9242-DAF86F60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63BA7-B4BA-4EC8-951B-2C9A1FA4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192.168.1.154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FF558-2610-4D6A-8664-5482DF3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66E20-4FCA-4583-AC9C-33F9435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708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7EE52-3F10-45EB-AF9F-8484C344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A210B-D55C-40BC-97C1-36820D5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192.168.1.185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34C65-140D-48FC-9D4A-056F8B5F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B6FA8-8537-4132-88B1-F82FBC9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708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86939-A730-452F-BD51-F41A5E4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4C0CB-7A84-4A43-8B78-CB623A1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192.168.1.190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9F1C7-B07F-4357-BF8C-EE3064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</a:t>
            </a:r>
          </a:p>
        </p:txBody>
      </p:sp>
    </p:spTree>
    <p:extLst>
      <p:ext uri="{BB962C8B-B14F-4D97-AF65-F5344CB8AC3E}">
        <p14:creationId xmlns:p14="http://schemas.microsoft.com/office/powerpoint/2010/main" val="2108501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8E4EB-EACF-46D0-9C54-284CF6E2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change se pehle safety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27518-8A3E-451C-96F8-38F428FC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61DD6-9BC0-4CA9-AD3E-9BFA54B3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Configuration test karte waqt apna access mehfooz rakhein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96C67-DF8F-4D2D-B8DE-2C1E3488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094FC-B3C3-425E-BF80-62772D17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7CB36-8497-491E-8C31-E32FF1AB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B30C9-BD5D-4240-9DA7-F5FF3A39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6A598-CCB9-4EAC-99F6-DC5FF1C5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668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Current SSH session open rakhein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AC143-C534-4AE2-AC31-D8B22B9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057F1-AFCC-4CD3-9A12-94D6EF3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DC0B7-90DB-4B3E-A96B-34E2E3A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668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Testing ke liye second terminal use karein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AEE18-A8D5-4B0D-B517-EB5438AA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056B5-FC71-49CF-831C-6B0CE9E1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AF8B7-45CF-420D-BB51-7F9FAA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622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Pehle --limit node1 use karein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7CB07-EC4F-4267-8B44-52B56E3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CEE32-AD9A-48A4-B543-CC07A5E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28F10-8488-4FFF-99C8-5982A151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Edit se pehle backup banayein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28948-E60C-480A-83C9-CBE26DEF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5A7DB-9823-42BA-87B8-757EFB1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C7CA3-8406-4CC1-BC03-000F3A04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Reload se pehle validate karein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BC7FE-DA45-4888-A17B-11A3891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148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E3367-4110-4EF7-BA1C-69C03854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C0078-47F7-4B40-B818-367B226F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576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Restart ke bajaye reload ko tarjeeh dein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E21C4-0FA6-4EC9-A943-5BFA8EC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Tip: --limit node1</a:t>
            </a:r>
          </a:p>
        </p:txBody>
      </p:sp>
    </p:spTree>
    <p:extLst>
      <p:ext uri="{BB962C8B-B14F-4D97-AF65-F5344CB8AC3E}">
        <p14:creationId xmlns:p14="http://schemas.microsoft.com/office/powerpoint/2010/main" val="1365710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596D1-2212-405C-876E-76D8D59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Is lab mein use hone wale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CBCFC-3D8B-4C0F-89E8-2752054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E9261-2239-4DF9-A50D-CAE91B82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Har module workflow ka ek khaas hissa manage karta 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10DA4-1C0E-4A84-9C56-DF20366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B907C-D9A4-4C29-BE25-B8539667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B5488-59FB-469D-AD38-5BAD9844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2C22A-64D5-48D4-85F8-604188F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41B8A-6A07-4DFF-9E0C-3085C31E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Ansible connectivity test karta hai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C9603-2939-44C5-838C-C450CCF2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18EC3-4548-4BC2-84E5-42AF5033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6729E-B7F3-47D2-96D9-893D9D2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file create karta hai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13205-ECC3-485E-BDDB-930D5E5E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FC6C-A7D1-421F-9C33-0676B14C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1DC15-772E-44EA-9C65-FA01A75C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Shell ke baghair safe command chalata hai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99A9A-9A8D-4794-B7A0-A295A9C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DA361-8926-401C-BBDB-1196904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stat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84286-F98F-49E3-8BE5-22151FF3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File metadata check karta hai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A4F9F-C3BE-413B-94E0-7E2A3B66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4B20F-64D6-4152-8C02-643C88EA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lineinfile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F4EBA-7571-48A1-ADBC-FA794438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directive manage karta hai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C65B8-DDCE-449C-BCFF-48C73468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49CD8-F7AA-4506-829C-A3BA6ECD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shell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5AE49-A09F-46C7-BCA1-4E6212E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Pipe ke sath effective config check karta hai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613D9-2AC2-4F7C-B502-74CBF5F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F1344-5F24-44D6-A962-2F6BBDD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9B3F3-54E7-4B73-9110-946091C0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sshd reload karta hai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5B671-B981-46BD-B88E-DDD31150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443C7-3267-4765-9D51-3C9780F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1C343-37BC-48F5-84ED-48365FAE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0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Cleanup mein banner file remove karta hai</a:t>
            </a:r>
          </a:p>
        </p:txBody>
      </p:sp>
    </p:spTree>
    <p:extLst>
      <p:ext uri="{BB962C8B-B14F-4D97-AF65-F5344CB8AC3E}">
        <p14:creationId xmlns:p14="http://schemas.microsoft.com/office/powerpoint/2010/main" val="751884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A6985-C8AC-4090-917F-E0BAA43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Project configuration aur connectivity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6235F-6195-470B-AD9D-B6D8C84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B7E47-DDC2-4851-B0C9-AE5FB84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/home/ansibleadmin/automation se commands chalayein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BCA7F-A098-4C8A-A788-623D40B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A0810-1315-4226-BBE5-0558C3C8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D3812-35C0-4FBE-9B78-F69B934B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5276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6990F-1D92-4098-93B8-E7FF4945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933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[defaults]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inventory = ./inventory/nodes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remote_user = ansibleadmin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private_key_file = /home/ansibleadmin/.ssh/ansible-key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host_key_checking =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BA389-212A-4787-AB1D-CB16C26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5276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83474-AE7C-41C6-BD64-3B2DCB4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4933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[privilege_escalation]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become_method = sudo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become_user = root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become_ask_pass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CE845-6660-4172-B600-D78F67D6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85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DF30A-B80D-4E0A-BD12-CA0FDAA2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cd /home/ansibleadmin/automation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ping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--list-hosts</a:t>
            </a:r>
          </a:p>
        </p:txBody>
      </p:sp>
    </p:spTree>
    <p:extLst>
      <p:ext uri="{BB962C8B-B14F-4D97-AF65-F5344CB8AC3E}">
        <p14:creationId xmlns:p14="http://schemas.microsoft.com/office/powerpoint/2010/main" val="12505997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315E5-724A-4A34-82EE-FD747EA9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banner create karein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1D6A3-D6C9-4205-AF27-C208C83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0AA13-2B0B-44BC-9FFC-C9B3254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Template variable har host ko unique message deta 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A9DE9-C41C-4543-AB19-700BC7BA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A4DF5-04DB-4A12-82E1-5E1B867D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C8EC9-CCB9-4785-A6C5-8102A8E4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53F99-5F54-4A3F-B0F3-377DC93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copy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'content="****************************************\nWelcome to {{ inventory_hostname }} for Ansible practice\n****************************************\n" dest=/etc/ssh/banner.txt owner=root group=root mode=0644'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FF09-CA73-44B0-9BCD-C6D1A53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8FC67-A755-4F69-9C49-5C40EE3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D27B-3323-4028-8603-E0617BF0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HAR NODE PAR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D7DF2-0F59-4177-8BE7-2ADC7992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07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Welcome to node1 for Ansible practice</a:t>
            </a:r>
          </a:p>
        </p:txBody>
      </p:sp>
    </p:spTree>
    <p:extLst>
      <p:ext uri="{BB962C8B-B14F-4D97-AF65-F5344CB8AC3E}">
        <p14:creationId xmlns:p14="http://schemas.microsoft.com/office/powerpoint/2010/main" val="950690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7FD19-F393-49F1-B60B-3C08C66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file inspect karein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37E70-2063-47F0-A877-E62C89D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CF30D-6131-4822-A973-F6535ACD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Content ke liye command aur metadata ke liye stat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A314A-870E-4CED-9F72-404E1855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FAF65-8FA1-4417-97AE-9FDE2A0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74798-EB4E-4500-B4ED-066153F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53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2526A-1F1E-47AC-B209-99435748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568C0-3536-4638-A285-6980D53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CFB3F-1E80-43FA-B698-0FD5E41C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857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0B8C2-895A-4855-8340-7C6C5D19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command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"cat /etc/ssh/banner.txt"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B86C3-8E9C-4EFF-9929-A1D3D9AE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changed: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4EE0B-AF08-424F-A61A-03F9DF8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353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39F6F-C5A6-4453-8A12-E609650D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EB330-B002-4A0E-A886-0B553C61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240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187FB-C7DF-48C2-8E20-532EC331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857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2C042-5BEC-4D5F-BA8A-67243DE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stat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"path=/etc/ssh/banner.txt"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C3B39-471B-4B05-9286-6406CC13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owner=root  mode=0644</a:t>
            </a:r>
          </a:p>
        </p:txBody>
      </p:sp>
    </p:spTree>
    <p:extLst>
      <p:ext uri="{BB962C8B-B14F-4D97-AF65-F5344CB8AC3E}">
        <p14:creationId xmlns:p14="http://schemas.microsoft.com/office/powerpoint/2010/main" val="346759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4B62E-97BC-4803-81F0-F52939F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sshd_config manage karein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988C0-0CDA-4A37-A3E3-682CFC99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9C2ED-84E7-4C96-971F-11D3624C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lineinfile commented ya active Banner directive replace karta 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D2E3C-6701-4045-90EA-5C00073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90185-7281-460B-971C-150C8C79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A889A-79A6-4124-828A-A80E8F8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6806E-918A-41C2-8B85-1CA31CC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--limit node1 -m lineinfile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'path=/etc/ssh/sshd_config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regexp="^\s*#?\s*Banner\s+.*$"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line="Banner /etc/ssh/banner.txt" state=present backup=yes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12D48-ECF3-4972-80A5-1BF48426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8D48E-301D-404E-AFC9-2EC7351C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DESIRED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2DB4-BFA9-40D7-8D74-1065221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813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Banner /etc/ssh/banner.txt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D6E6E-8B08-4854-8097-9C1FF894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node1 successful ho to command --limit ke baghair repeat karein.</a:t>
            </a:r>
          </a:p>
        </p:txBody>
      </p:sp>
    </p:spTree>
    <p:extLst>
      <p:ext uri="{BB962C8B-B14F-4D97-AF65-F5344CB8AC3E}">
        <p14:creationId xmlns:p14="http://schemas.microsoft.com/office/powerpoint/2010/main" val="8221878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7B95A-1E04-4E14-ADAC-06458EF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Regex ki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3DF3A-41CB-48F1-9590-AA58A22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7658E-4EC2-471A-BD38-77934D6A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Pattern ko left se right parhein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ECFB1-3954-45DB-A692-74AB3229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9DA83-D1FB-43FC-ABB5-DD1324EA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968A-A513-44C8-96C4-BBCAAE5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C6BF5-5286-45CD-AC07-60F773AF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^\s*#?\s*Banner\s+.*$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C2272-103D-4849-BFF8-29D986F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^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F8B66-D298-4821-8600-18EAEAAE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193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Line ka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E506C-9DA7-4500-96FC-24467507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9480D-A0BB-4328-BB57-87468090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Zero ya zyada 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C703C-D9B7-41C8-A09B-91B8E3D7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#?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36AE2-A9E0-4487-B86C-6EF8E24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Optional # comment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35F24-6644-404B-8633-6AC351D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BFE5C-8084-40B6-AED9-95197AE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004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Dobara optional spaces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A717F-A535-41C6-8827-38D504D8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Banner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00AFB-B615-4606-B98D-DDF9128D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Exact directive 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2DF59-BE10-4EA7-B868-87F2332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0FA58-7FA0-4120-B271-196F4CC9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Ek ya zyada spaces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4B367-4F4B-4765-B9F9-37F95377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.*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2E1BD-84E8-45AF-9A51-36203F9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Baqi tamam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9CC26-E5C9-4D56-A985-414D9C7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$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5F94A-7B54-47E3-ADBD-CBE40DD0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625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Line ka end</a:t>
            </a:r>
          </a:p>
        </p:txBody>
      </p:sp>
    </p:spTree>
    <p:extLst>
      <p:ext uri="{BB962C8B-B14F-4D97-AF65-F5344CB8AC3E}">
        <p14:creationId xmlns:p14="http://schemas.microsoft.com/office/powerpoint/2010/main" val="6327398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6E029-2790-4476-A123-566F78E2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Regex kya match karta 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7A011-55B1-4FB9-853B-67E82333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88C8B-542F-4A63-B100-805DBD51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Anchors partial directive names ko match hone se rokte 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34B1B-022D-4F06-A74B-78E096E9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2320A-BAED-4E9A-829B-E221B211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D2867-A514-441E-AFD1-E16207E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530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EECCE-95F0-40B0-A2AD-5CA06F69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638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5AF95-D96D-4251-8598-27C47782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MATCH HOTA HAI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0B027-4FFB-4E20-B834-D33CAB9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857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D1B93-9FE6-458C-9B28-73D47FFF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514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#Banner none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# Banner /etc/issue.net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Banner none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   Banner /etc/ssh/banner.txt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65E99-E802-494D-B362-22EADBC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^ ... $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D2C0E-A290-40D1-AB19-C7E8F3C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3530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283E6-EE27-458B-8192-8285BDCD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70AC7-7F5E-48EE-86C9-3DE2CA1B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24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MATCH NAHI HOTA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9CFB2-AC14-4517-BE1F-F603BBD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857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C41FB-6D6B-4BF0-803C-43AE2DD8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8400"/>
            <a:ext cx="4514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BannerFile /tmp/banner.txt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MyBanner none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AllowBanner yes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4C50F-E49D-4A42-946C-10C79E02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6B6B"/>
                </a:solidFill>
                <a:latin typeface="DejaVu Sans"/>
                <a:ea typeface="DejaVu Sans"/>
                <a:cs typeface="DejaVu Sans"/>
              </a:rPr>
              <a:t>Directive name exact nahi hai</a:t>
            </a:r>
          </a:p>
        </p:txBody>
      </p:sp>
    </p:spTree>
    <p:extLst>
      <p:ext uri="{BB962C8B-B14F-4D97-AF65-F5344CB8AC3E}">
        <p14:creationId xmlns:p14="http://schemas.microsoft.com/office/powerpoint/2010/main" val="245717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7B184-8299-4BE5-927C-A9DDBDBE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Multiple matching 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AB1EC-E06A-4FCC-B200-DF387D20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944A9-B6D9-4C71-ACB9-4A81B7BC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lineinfile aam tor par aakhri match change karta 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8B5E4-8FA9-4B91-87A7-2BDBF7B0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2EC47-B7B8-4E52-95D7-78014C7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8310-4AF7-418C-9994-945489C9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E490D-3C3E-4E8C-A2E7-CCF14B2B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Agar sshd_config mein kai Banner lines hon, lineinfile aakhri matching line ko change karta hai. Har match ko change ya remove karna ho to replace module use karein.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2D8E-842B-46D4-954E-4610656B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Complete SSH configuration validate karein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99713-F2AC-47D5-8BFB-83FD73B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036CC-46FB-4E1C-A750-C12ABB0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command -a "/usr/sbin/sshd -t"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shell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"/usr/sbin/sshd -T | grep '^banner '"</a:t>
            </a:r>
          </a:p>
        </p:txBody>
      </p:sp>
    </p:spTree>
    <p:extLst>
      <p:ext uri="{BB962C8B-B14F-4D97-AF65-F5344CB8AC3E}">
        <p14:creationId xmlns:p14="http://schemas.microsoft.com/office/powerpoint/2010/main" val="5673077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7635D-F61A-4D83-9B36-21D82B5D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Apply karne se pehle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4967E-DB37-4181-BB4C-A29B31F8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3CE2B-D10B-4BAA-8563-9B539A3B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pehle temporary configuration file test karta 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7155E-7948-48FC-B26B-261DC9CE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D82FA-5F8A-4D66-9CAA-4F8F33D7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636E8-4E87-40E1-86D3-C716E3D6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23351-027A-43F3-9D92-C611F5C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SAFE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BFCC8-6B30-4CE0-82DA-2D05F9A8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52BAA-4EAC-4DFD-AA81-21D5366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59173-EEE3-4D74-A6B5-F88A410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Temporary file likhein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F3BE0-85EB-42EB-91F9-65A1899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8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84A1F-167C-4F3E-BEA4-76035A53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27C55-F214-4B79-ABD3-76892C22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02D41-503B-46C6-B408-2AB1593E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sshd -t -f %s chalayein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327A7-E89E-4E40-861E-56B1B21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8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DF75B-4C8B-44F7-A94E-D1B31E0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36517-BFFA-465E-AE05-84B5CFD6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507D1-744C-456E-8CA8-8EB982C9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Valid ho to save karein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FDA19-4462-4A4E-BD0D-D149D7A3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8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BD561-C693-444B-BB15-91A69B14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93555-997D-48B9-A784-4E856F94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7B212-CB47-4EA4-80C0-BC01C35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Invalid ho to ruk jayein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A78A8-F70E-40B2-BC7B-449A65A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6819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2A4CC-24C5-42EE-B1D9-7244FF8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</a:t>
            </a:r>
          </a:p>
        </p:txBody>
      </p:sp>
    </p:spTree>
    <p:extLst>
      <p:ext uri="{BB962C8B-B14F-4D97-AF65-F5344CB8AC3E}">
        <p14:creationId xmlns:p14="http://schemas.microsoft.com/office/powerpoint/2010/main" val="3497278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DE3E8-CA2C-42D9-9492-03276075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sshd reload aur verify karein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62ACB-6CA8-4FAC-8413-2B26B2D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49C52-F2AB-4BAF-9B12-405CE86C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Valid configuration apply karein, existing sessions ko drop kiye baghair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D0ADA-B7AF-4D9E-A000-C0631DCE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9AF82-58C3-4BA5-879C-85236541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BCFA1-D7C6-494F-B4AE-7201BF4C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A2616-A646-4DAF-B488-CEF6565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service -a \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"name=sshd state=reloaded"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80CFF-659A-4ADF-9F3A-5D0F9D7E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D9BA7-76A0-4A7C-8023-BBE098C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command -a \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"systemctl is-active sshd"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11BD6-AE74-4C4E-893B-33AB57C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BDFE1-BE83-444A-B5E3-2BEE800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shell -a \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"pgrep -af sshd"</a:t>
            </a:r>
          </a:p>
        </p:txBody>
      </p:sp>
    </p:spTree>
    <p:extLst>
      <p:ext uri="{BB962C8B-B14F-4D97-AF65-F5344CB8AC3E}">
        <p14:creationId xmlns:p14="http://schemas.microsoft.com/office/powerpoint/2010/main" val="14866421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C20CD-C5C8-4E5D-8935-1125F02F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client se test karein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EF8CB-3A55-4BEE-BD66-46071DD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EE746-A037-42CB-9FF7-CFC53CC7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Banner authentication se pehle nazar aata 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0F301-848E-47CE-A4FF-CD2FB3E7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941B9-3727-4BAF-AFAD-DB2C97DC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B1F2-5CB4-4CC1-9458-0243BAC6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4D41C-2F9A-4198-A315-C90800BD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ssh -i ~/.ssh/ansible-key ansibleadmin@node1</a:t>
            </a:r>
          </a:p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ssh -i ~/.ssh/ansible-key ansibleadmin@node2</a:t>
            </a:r>
          </a:p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ssh -i ~/.ssh/ansible-key ansibleadmin@node3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66EF4-964C-4324-BFF0-93D12774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85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F0D57-FCC5-4878-ABDA-37565EFA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133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56D36-7A75-4982-BEFE-0BFBC2E6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EXPECTED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6555B-D6C5-44A8-B8E0-56570697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7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→ authentication prompt → successful login ke baad shell</a:t>
            </a:r>
          </a:p>
        </p:txBody>
      </p:sp>
    </p:spTree>
    <p:extLst>
      <p:ext uri="{BB962C8B-B14F-4D97-AF65-F5344CB8AC3E}">
        <p14:creationId xmlns:p14="http://schemas.microsoft.com/office/powerpoint/2010/main" val="14770217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19373-7855-49D7-83C0-8EDA3839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Idempotency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5C12E-93B4-485B-8466-7E87AF4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93930-2D28-4C7A-873E-5C8AA9E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Doosri run par dobara change nahi hona chahiye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85EB6-1FE7-49E8-833E-17E9DA5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87249-25EA-49E4-9651-6D63A76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0BCC7-1ABA-428B-94DD-FE6D398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324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E0587-F52E-4CF4-A93E-57600D72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F4C9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E1CB9-E35E-4FDA-8082-EB48C61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335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PEHLI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7D148-0489-47C6-8D34-8F3521D0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changed: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D5419-B9DD-42DC-9DE2-3AA0873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324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62F52-59FB-4BB7-AC00-7F8122A6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240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0F25-792A-4479-BA16-1FC7AE31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335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DOOSRI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BE405-BA4C-4687-B344-3298B149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changed: 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8E468-294C-4F9A-97FB-DFBF3B1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6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copy aur lineinfile commands dobara chalayein. Stable configuration par change nahi hona chahiye.</a:t>
            </a:r>
          </a:p>
        </p:txBody>
      </p:sp>
    </p:spTree>
    <p:extLst>
      <p:ext uri="{BB962C8B-B14F-4D97-AF65-F5344CB8AC3E}">
        <p14:creationId xmlns:p14="http://schemas.microsoft.com/office/powerpoint/2010/main" val="20670097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BE086-7A5E-4074-BF55-5A4B7BE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Rollback aur cleanup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CA656-0793-414E-9F72-E331D324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3D591-3179-489C-A30A-AD2AFFE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ko original state mein wapas laayein aur lab artifacts remove karein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C3AA8-0A67-4500-B623-E10D7B5E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B8811-D380-4798-93B8-3D6F1A8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549A3-4961-4BA1-8271-7D3A1F53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35270-D5C1-42D3-B009-439234E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lineinfile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'path=/etc/ssh/sshd_config regexp="^\s*#?\s*Banner\s+.*$"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line="#Banner none" state=present backup=yes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74AD9-A37D-4E5D-A348-43E94A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858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CA344-DB46-4D32-BF7E-2B268396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51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service -a "name=sshd state=reloaded"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file -a "path=/etc/ssh/banner.txt state=absent"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4EA74-E4C8-421B-B52E-DB08E7CC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Rollback ke baad SSH dobara test karein.</a:t>
            </a:r>
          </a:p>
        </p:txBody>
      </p:sp>
    </p:spTree>
    <p:extLst>
      <p:ext uri="{BB962C8B-B14F-4D97-AF65-F5344CB8AC3E}">
        <p14:creationId xmlns:p14="http://schemas.microsoft.com/office/powerpoint/2010/main" val="2084286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79EF62-2D00-4A3F-9CAF-7720A66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Review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032A5-E60B-4205-AAC7-405224E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F43B4-3EFD-42DE-9AEC-BF38782E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Mukammal ad-hoc configuration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82917-E8D7-4FE8-8C93-0BD0A07D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Banner: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C3446-0E0A-49C8-9182-A0F4FF8E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9FF01-4317-4538-87B6-8AB16CF1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46375-AF9E-4A74-A7B1-C9982B6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2C56F-6891-4FB7-9E18-707F053F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24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Connectivity confirm hui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22B25-3BFC-4901-B5DE-B905C6E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BE6A6-D99A-415A-864C-9187A51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A95F3-E51A-4028-9554-B284B4C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file create hui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696F0-C408-4A53-B4FD-A3287C7D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E1D27-6259-4F56-AE9F-ABEB48C8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F08F4-FAD5-4B5A-BCE9-FDA043E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Regex se directive manage hua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C54C4-1A3C-4BF6-A830-5BD91D1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7E995-E3A6-463C-8049-2FC929A2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1BBAC-D543-4348-BC1E-E3C17B32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Configuration validate hui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34961-C96B-4217-A42A-5FB33A34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ADC12-825E-4200-9E70-25FD387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2666A-3ED8-4521-ADF0-0869024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sshd reload aur check hua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AC50F-2A03-45C4-996C-20FD806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2C0D0-129D-44E3-A841-CFE565B8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4BB08-FBC5-40A8-ABA9-D45C639C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81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login test hua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8A841-B267-496F-9CC9-5A514374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0CE72-C9F3-493F-8593-9F71985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0DB53-047C-4342-A434-1246EAA7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Second run idempotent hai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51F8C-436B-4FE0-986A-D0B9F26D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E3783-6DB3-427E-8098-FCFDB95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C8517-C008-43E5-992C-05C2D4D4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Rollback complete hua</a:t>
            </a:r>
          </a:p>
        </p:txBody>
      </p:sp>
    </p:spTree>
    <p:extLst>
      <p:ext uri="{BB962C8B-B14F-4D97-AF65-F5344CB8AC3E}">
        <p14:creationId xmlns:p14="http://schemas.microsoft.com/office/powerpoint/2010/main" val="1699842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2026-09-23T04:27:39.7720000Z</dcterms:created>
  <dcterms:modified xsi:type="dcterms:W3CDTF">2026-09-23T04:27:39.7720000Z</dcterms:modified>
</coreProperties>
</file>