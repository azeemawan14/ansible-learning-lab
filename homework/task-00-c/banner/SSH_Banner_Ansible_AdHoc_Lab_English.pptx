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b23ccb07e04543" /><Relationship Type="http://schemas.openxmlformats.org/officeDocument/2006/relationships/extended-properties" Target="/docProps/app.xml" Id="Rdd9d19dd5a404635" /><Relationship Type="http://schemas.openxmlformats.org/officeDocument/2006/relationships/officeDocument" Target="/ppt/presentation.xml" Id="R86e324a904bd4f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a4f36855f94afc"/>
  </p:sldMasterIdLst>
  <p:notesMasterIdLst>
    <p:notesMasterId xmlns:r="http://schemas.openxmlformats.org/officeDocument/2006/relationships" r:id="R51f062e2d4d549ed"/>
  </p:notesMasterIdLst>
  <p:sldIdLst>
    <p:sldId xmlns:r="http://schemas.openxmlformats.org/officeDocument/2006/relationships" id="256" r:id="Rc538428ba2c541f4"/>
    <p:sldId xmlns:r="http://schemas.openxmlformats.org/officeDocument/2006/relationships" id="257" r:id="Rd244553d09e64c4f"/>
    <p:sldId xmlns:r="http://schemas.openxmlformats.org/officeDocument/2006/relationships" id="258" r:id="R82767fc654b04edf"/>
    <p:sldId xmlns:r="http://schemas.openxmlformats.org/officeDocument/2006/relationships" id="259" r:id="Rcb6ab6072d9741e7"/>
    <p:sldId xmlns:r="http://schemas.openxmlformats.org/officeDocument/2006/relationships" id="260" r:id="R412f796a88114a5d"/>
    <p:sldId xmlns:r="http://schemas.openxmlformats.org/officeDocument/2006/relationships" id="261" r:id="Re6acb35adbd44ff0"/>
    <p:sldId xmlns:r="http://schemas.openxmlformats.org/officeDocument/2006/relationships" id="262" r:id="R0a94df7805864a76"/>
    <p:sldId xmlns:r="http://schemas.openxmlformats.org/officeDocument/2006/relationships" id="263" r:id="R1e8af2f85b63413b"/>
    <p:sldId xmlns:r="http://schemas.openxmlformats.org/officeDocument/2006/relationships" id="264" r:id="Rd6c5c57e95c74397"/>
    <p:sldId xmlns:r="http://schemas.openxmlformats.org/officeDocument/2006/relationships" id="265" r:id="R80e4abd1920f452f"/>
    <p:sldId xmlns:r="http://schemas.openxmlformats.org/officeDocument/2006/relationships" id="266" r:id="Re2413e69152743f0"/>
    <p:sldId xmlns:r="http://schemas.openxmlformats.org/officeDocument/2006/relationships" id="267" r:id="R5522ae1ad8af4b84"/>
    <p:sldId xmlns:r="http://schemas.openxmlformats.org/officeDocument/2006/relationships" id="268" r:id="R7a5356e3f91941b4"/>
    <p:sldId xmlns:r="http://schemas.openxmlformats.org/officeDocument/2006/relationships" id="269" r:id="R3ceec9a7f5cc4cfb"/>
    <p:sldId xmlns:r="http://schemas.openxmlformats.org/officeDocument/2006/relationships" id="270" r:id="R583d476339ad4e66"/>
    <p:sldId xmlns:r="http://schemas.openxmlformats.org/officeDocument/2006/relationships" id="271" r:id="Raa57a8fe530e42b4"/>
    <p:sldId xmlns:r="http://schemas.openxmlformats.org/officeDocument/2006/relationships" id="272" r:id="Ra057ffb97e2e4152"/>
    <p:sldId xmlns:r="http://schemas.openxmlformats.org/officeDocument/2006/relationships" id="273" r:id="R06704cb4d7d74a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382e1487804c1c" /><Relationship Type="http://schemas.openxmlformats.org/officeDocument/2006/relationships/slideMaster" Target="/ppt/slideMasters/slideMaster1.xml" Id="R5fa4f36855f94afc" /><Relationship Type="http://schemas.openxmlformats.org/officeDocument/2006/relationships/notesMaster" Target="/ppt/notesMasters/notesMaster1.xml" Id="R51f062e2d4d549ed" /><Relationship Type="http://schemas.openxmlformats.org/officeDocument/2006/relationships/presProps" Target="/ppt/presProps.xml" Id="R43cca1c59d9f4cc7" /><Relationship Type="http://schemas.openxmlformats.org/officeDocument/2006/relationships/tableStyles" Target="/ppt/tableStyles.xml" Id="R905e207fbdb94eb9" /><Relationship Type="http://schemas.openxmlformats.org/officeDocument/2006/relationships/slide" Target="/ppt/slides/slide1.xml" Id="Rc538428ba2c541f4" /><Relationship Type="http://schemas.openxmlformats.org/officeDocument/2006/relationships/slide" Target="/ppt/slides/slide2.xml" Id="Rd244553d09e64c4f" /><Relationship Type="http://schemas.openxmlformats.org/officeDocument/2006/relationships/slide" Target="/ppt/slides/slide3.xml" Id="R82767fc654b04edf" /><Relationship Type="http://schemas.openxmlformats.org/officeDocument/2006/relationships/slide" Target="/ppt/slides/slide4.xml" Id="Rcb6ab6072d9741e7" /><Relationship Type="http://schemas.openxmlformats.org/officeDocument/2006/relationships/slide" Target="/ppt/slides/slide5.xml" Id="R412f796a88114a5d" /><Relationship Type="http://schemas.openxmlformats.org/officeDocument/2006/relationships/slide" Target="/ppt/slides/slide6.xml" Id="Re6acb35adbd44ff0" /><Relationship Type="http://schemas.openxmlformats.org/officeDocument/2006/relationships/slide" Target="/ppt/slides/slide7.xml" Id="R0a94df7805864a76" /><Relationship Type="http://schemas.openxmlformats.org/officeDocument/2006/relationships/slide" Target="/ppt/slides/slide8.xml" Id="R1e8af2f85b63413b" /><Relationship Type="http://schemas.openxmlformats.org/officeDocument/2006/relationships/slide" Target="/ppt/slides/slide9.xml" Id="Rd6c5c57e95c74397" /><Relationship Type="http://schemas.openxmlformats.org/officeDocument/2006/relationships/slide" Target="/ppt/slides/slide10.xml" Id="R80e4abd1920f452f" /><Relationship Type="http://schemas.openxmlformats.org/officeDocument/2006/relationships/slide" Target="/ppt/slides/slide11.xml" Id="Re2413e69152743f0" /><Relationship Type="http://schemas.openxmlformats.org/officeDocument/2006/relationships/slide" Target="/ppt/slides/slide12.xml" Id="R5522ae1ad8af4b84" /><Relationship Type="http://schemas.openxmlformats.org/officeDocument/2006/relationships/slide" Target="/ppt/slides/slide13.xml" Id="R7a5356e3f91941b4" /><Relationship Type="http://schemas.openxmlformats.org/officeDocument/2006/relationships/slide" Target="/ppt/slides/slide14.xml" Id="R3ceec9a7f5cc4cfb" /><Relationship Type="http://schemas.openxmlformats.org/officeDocument/2006/relationships/slide" Target="/ppt/slides/slide15.xml" Id="R583d476339ad4e66" /><Relationship Type="http://schemas.openxmlformats.org/officeDocument/2006/relationships/slide" Target="/ppt/slides/slide16.xml" Id="Raa57a8fe530e42b4" /><Relationship Type="http://schemas.openxmlformats.org/officeDocument/2006/relationships/slide" Target="/ppt/slides/slide17.xml" Id="Ra057ffb97e2e4152" /><Relationship Type="http://schemas.openxmlformats.org/officeDocument/2006/relationships/slide" Target="/ppt/slides/slide18.xml" Id="R06704cb4d7d74a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b6e079316c4a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495be292974abf" /><Relationship Type="http://schemas.openxmlformats.org/officeDocument/2006/relationships/notesMaster" Target="/ppt/notesMasters/notesMaster1.xml" Id="Rb7bf7f1ee57d41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34dd636a1d48bc" /><Relationship Type="http://schemas.openxmlformats.org/officeDocument/2006/relationships/notesMaster" Target="/ppt/notesMasters/notesMaster1.xml" Id="R6486d0e1f01a42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2790a38b2a4a2c" /><Relationship Type="http://schemas.openxmlformats.org/officeDocument/2006/relationships/notesMaster" Target="/ppt/notesMasters/notesMaster1.xml" Id="R235f05e8f4904c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99885b8184e6a" /><Relationship Type="http://schemas.openxmlformats.org/officeDocument/2006/relationships/notesMaster" Target="/ppt/notesMasters/notesMaster1.xml" Id="Rb73088d034aa44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76935d422f4425" /><Relationship Type="http://schemas.openxmlformats.org/officeDocument/2006/relationships/notesMaster" Target="/ppt/notesMasters/notesMaster1.xml" Id="R40360b76573845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e01f37b2fe4643" /><Relationship Type="http://schemas.openxmlformats.org/officeDocument/2006/relationships/notesMaster" Target="/ppt/notesMasters/notesMaster1.xml" Id="R6284e7ba14314a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a1e934c4944773" /><Relationship Type="http://schemas.openxmlformats.org/officeDocument/2006/relationships/notesMaster" Target="/ppt/notesMasters/notesMaster1.xml" Id="R057af65fd968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8c853d26514611" /><Relationship Type="http://schemas.openxmlformats.org/officeDocument/2006/relationships/notesMaster" Target="/ppt/notesMasters/notesMaster1.xml" Id="R3fce2cc01afc4f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858056fbbb42a5" /><Relationship Type="http://schemas.openxmlformats.org/officeDocument/2006/relationships/notesMaster" Target="/ppt/notesMasters/notesMaster1.xml" Id="R6b6bf6189d6d41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730684ffb24791" /><Relationship Type="http://schemas.openxmlformats.org/officeDocument/2006/relationships/notesMaster" Target="/ppt/notesMasters/notesMaster1.xml" Id="Rafe6635d12604e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d7195e58aa45b7" /><Relationship Type="http://schemas.openxmlformats.org/officeDocument/2006/relationships/notesMaster" Target="/ppt/notesMasters/notesMaster1.xml" Id="R2daf40e356654e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2ed50432c94a62" /><Relationship Type="http://schemas.openxmlformats.org/officeDocument/2006/relationships/notesMaster" Target="/ppt/notesMasters/notesMaster1.xml" Id="R77b8e9f49eb94a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b8f7ca3bba42e9" /><Relationship Type="http://schemas.openxmlformats.org/officeDocument/2006/relationships/notesMaster" Target="/ppt/notesMasters/notesMaster1.xml" Id="R15b8189611b241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494db330404953" /><Relationship Type="http://schemas.openxmlformats.org/officeDocument/2006/relationships/notesMaster" Target="/ppt/notesMasters/notesMaster1.xml" Id="R35aa47af535342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2c7dccf9de4c76" /><Relationship Type="http://schemas.openxmlformats.org/officeDocument/2006/relationships/notesMaster" Target="/ppt/notesMasters/notesMaster1.xml" Id="R53e9e013cad44c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aa470a025646a4" /><Relationship Type="http://schemas.openxmlformats.org/officeDocument/2006/relationships/notesMaster" Target="/ppt/notesMasters/notesMaster1.xml" Id="R2019201aac244a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da0a10a9d640bb" /><Relationship Type="http://schemas.openxmlformats.org/officeDocument/2006/relationships/notesMaster" Target="/ppt/notesMasters/notesMaster1.xml" Id="R7c58ef8316534c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f1a0d1bcae4c1e" /><Relationship Type="http://schemas.openxmlformats.org/officeDocument/2006/relationships/notesMaster" Target="/ppt/notesMasters/notesMaster1.xml" Id="R610f80f402864a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98dc5e28c4e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b7549b962743cd" /><Relationship Type="http://schemas.openxmlformats.org/officeDocument/2006/relationships/slideLayout" Target="/ppt/slideLayouts/slideLayout1.xml" Id="R1284ad47b6c24d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4ad47b6c24d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f095f33bc45b3" /><Relationship Type="http://schemas.openxmlformats.org/officeDocument/2006/relationships/notesSlide" Target="/ppt/notesSlides/notesSlide1.xml" Id="R68b2bd81d34c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1b5a1a6504bb2" /><Relationship Type="http://schemas.openxmlformats.org/officeDocument/2006/relationships/notesSlide" Target="/ppt/notesSlides/notesSlide2.xml" Id="Rfe4d0e543f4840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c5909e69f43f7" /><Relationship Type="http://schemas.openxmlformats.org/officeDocument/2006/relationships/notesSlide" Target="/ppt/notesSlides/notesSlide3.xml" Id="R6b2b2cb673cd45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520b63839459b" /><Relationship Type="http://schemas.openxmlformats.org/officeDocument/2006/relationships/notesSlide" Target="/ppt/notesSlides/notesSlide4.xml" Id="R83690f88357148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c74c59efc4a58" /><Relationship Type="http://schemas.openxmlformats.org/officeDocument/2006/relationships/notesSlide" Target="/ppt/notesSlides/notesSlide5.xml" Id="Ra2b3bc722b5c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e43b9bf0f4135" /><Relationship Type="http://schemas.openxmlformats.org/officeDocument/2006/relationships/notesSlide" Target="/ppt/notesSlides/notesSlide6.xml" Id="R38dbbdd2ea694b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07c97796e402d" /><Relationship Type="http://schemas.openxmlformats.org/officeDocument/2006/relationships/notesSlide" Target="/ppt/notesSlides/notesSlide7.xml" Id="R6c72e1cf14b143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b7c5e3f094501" /><Relationship Type="http://schemas.openxmlformats.org/officeDocument/2006/relationships/notesSlide" Target="/ppt/notesSlides/notesSlide8.xml" Id="Rd89f231270d344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0b6ec945444c5" /><Relationship Type="http://schemas.openxmlformats.org/officeDocument/2006/relationships/notesSlide" Target="/ppt/notesSlides/notesSlide9.xml" Id="R6faaed0439e2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031e51e274a24" /><Relationship Type="http://schemas.openxmlformats.org/officeDocument/2006/relationships/notesSlide" Target="/ppt/notesSlides/notesSlide10.xml" Id="R480e4da6ef814b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5f00be4334e5e" /><Relationship Type="http://schemas.openxmlformats.org/officeDocument/2006/relationships/notesSlide" Target="/ppt/notesSlides/notesSlide11.xml" Id="Ra010726de88644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ec95ccd2b48d2" /><Relationship Type="http://schemas.openxmlformats.org/officeDocument/2006/relationships/notesSlide" Target="/ppt/notesSlides/notesSlide12.xml" Id="R9b22ee8374714a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a3d46d5ba4783" /><Relationship Type="http://schemas.openxmlformats.org/officeDocument/2006/relationships/notesSlide" Target="/ppt/notesSlides/notesSlide13.xml" Id="Raa220438259847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3a6f7facf4b13" /><Relationship Type="http://schemas.openxmlformats.org/officeDocument/2006/relationships/notesSlide" Target="/ppt/notesSlides/notesSlide14.xml" Id="R24b15331f14544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53a9ceefa4aa5" /><Relationship Type="http://schemas.openxmlformats.org/officeDocument/2006/relationships/notesSlide" Target="/ppt/notesSlides/notesSlide15.xml" Id="Rf75ecaa9fd0e4a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8a0b441f74bed" /><Relationship Type="http://schemas.openxmlformats.org/officeDocument/2006/relationships/notesSlide" Target="/ppt/notesSlides/notesSlide16.xml" Id="Rccf4116fa33a42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0943e5d1b4395" /><Relationship Type="http://schemas.openxmlformats.org/officeDocument/2006/relationships/notesSlide" Target="/ppt/notesSlides/notesSlide17.xml" Id="R68faea8563d445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1c03f03f54f1b" /><Relationship Type="http://schemas.openxmlformats.org/officeDocument/2006/relationships/notesSlide" Target="/ppt/notesSlides/notesSlide18.xml" Id="Rb6825170373b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9B2BD-ABE9-45E1-85B9-643CE107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5190F-11AD-45A0-8220-3326802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HANDS-ON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F34DE-D234-4F90-902F-35B4A6D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Banner with Ansible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2C9A8-168F-4595-95A3-6DF99DF5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0A5F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60A5FA"/>
                </a:solidFill>
                <a:latin typeface="DejaVu Sans"/>
                <a:ea typeface="DejaVu Sans"/>
                <a:cs typeface="DejaVu Sans"/>
              </a:rPr>
              <a:t>Ad-Hoc Commands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2CBAF-3CDD-4263-BD9B-975E311A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Configure, validate, reload, verify, and roll back safely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392D9-0A2C-4B04-B5CD-90496539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04900"/>
            <a:ext cx="3238500" cy="4095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0A442-33BA-4145-9053-F6D242A1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67B-EF6F-4332-8EF5-DF5639D3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three_tier_app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A583A-BF96-418F-857C-D42E07F1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CONTROL 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0795E-DB66-4713-9CE2-91CE1258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ansible-server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B12B2-75CD-4DB9-B486-C26BA97F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MANAGED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A3504-50B4-45BC-B4D1-1F5F550E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node1  node2  node3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D4D64-2B62-4017-BC20-F0D5AB72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English study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98686-8098-4D12-BE1D-6C5851FB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3E5C0-D65F-4B74-8340-F1BB5E7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7562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F13E7-A12A-4B8C-B989-199D034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Learning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6C54C-19B8-4047-9B85-142C50DD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5F465-7DAA-410F-BC5A-2C3AA53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 safe sequence for an SSH configuration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8A653-151F-472B-BBD3-0FDF6D9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9BB0A-65E8-473D-BAD9-B1DA347D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3B824-F2CF-489D-86B2-4C32989F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011D6-FCDB-4A03-898E-5FDD1391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049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21A42-A191-44DD-AB60-51AEC48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049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Understand the target and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91483-AEEA-459A-B9DA-2461BCD5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D2611-A141-4879-ADE9-5752CDB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AD114-5C2D-494F-83C3-06BBE3E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003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Create the banner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21A9D-3B3C-44C5-8B06-4D2F9333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F1885-DD71-4795-AF79-E58D276D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8D012-828A-4603-9BBF-44B3F396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956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Manage sshd_config with regex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A75E9-4923-47ED-88D5-DAD3F28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377CA-7BA6-4194-AB5D-E388BF32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FBD27-4AF0-4C19-ABE0-6C50C89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910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Validate, reload, and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B05CB-34A0-41FA-9DFA-F9B465A0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2528B-0339-46B2-8118-46AE2C59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3CF19-BDCF-46D8-9AD7-80B5FDC9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863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Confirm idempotency and roll back</a:t>
            </a:r>
          </a:p>
        </p:txBody>
      </p:sp>
    </p:spTree>
    <p:extLst>
      <p:ext uri="{BB962C8B-B14F-4D97-AF65-F5344CB8AC3E}">
        <p14:creationId xmlns:p14="http://schemas.microsoft.com/office/powerpoint/2010/main" val="80488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0DC168-5139-42C9-897B-F7A99F41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Lab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A1A9C-7AA8-49B2-AE60-E4DAE8FE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B1B8E-E5D9-40AE-8BCF-FCC1A8E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Your Rocky Linux control node and three managed nodes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7263E-6D96-422A-8BBE-3C02F0C7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E5625-9C2E-4DDC-9D67-F93E1AA5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6DBAE-2AD6-43E4-A432-3249CB10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00400" cy="40386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46450-1B64-43D4-9678-34CD5AB2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2514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8AB21-545B-4E9A-8B3C-01C5E68C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CONTROL 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2B8BB-DB6F-4413-8FBD-A96EFF61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ansible-server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EEF10-E8C0-49B9-BC45-C3963FAD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A8B4C7"/>
                </a:solidFill>
                <a:latin typeface="DejaVu Sans Mono"/>
                <a:ea typeface="DejaVu Sans Mono"/>
                <a:cs typeface="DejaVu Sans Mono"/>
              </a:rPr>
              <a:t>192.168.1.233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7C9E8-25D7-49C6-947B-E1D7D9C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ansibleadmin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088F8-F201-48BC-A780-8CBEAF0D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705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D71EF-4D85-4A3C-A4D2-9C947919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/home/ansibleadmin/automation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5E077-94D4-4843-A47F-44C5FEDB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24000"/>
            <a:ext cx="2514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E8713-1FFF-4B59-A8ED-8818991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335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MANAGED 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4BA00-9148-4F82-AA2C-D267F074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708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B66B6-6A96-48B3-8A5C-BDE08FD7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92E0E-A055-4264-8838-014E655E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192.168.1.154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55D34-E9E7-4ECD-A4F0-D60F216E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Rocky Linux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FF777-9262-4AD0-B6D7-C1C30BE2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38500"/>
            <a:ext cx="708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FE6D2-0FCF-468D-97AB-3CEB6B7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D557B-3F6D-4A5B-95C1-875CCDF1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192.168.1.185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0A65D-1A68-486E-AC66-E6F1266A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Rocky Linux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3ACDC-FE18-4866-B7BB-B9B7B4A1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708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BB6D0-B16D-4259-95FF-F6A45BD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node3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27597-D8A3-4DC9-9283-508B7600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192.168.1.190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7BC426-40F5-4A13-A4B5-3CE09913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Rocky Linux</a:t>
            </a:r>
          </a:p>
        </p:txBody>
      </p:sp>
    </p:spTree>
    <p:extLst>
      <p:ext uri="{BB962C8B-B14F-4D97-AF65-F5344CB8AC3E}">
        <p14:creationId xmlns:p14="http://schemas.microsoft.com/office/powerpoint/2010/main" val="1926411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97A1E-8BA3-4F30-BFD5-B09881D4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Safety rules before changing SSH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39E5C-5EFC-415C-9B9E-64973D04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B8752-8D1A-44E8-8CAC-39A1E217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Protect access while you test configuration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142EC-7A7B-43B7-857E-18D2A471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B819A-D1CE-4B6D-8EE5-D8781E3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2443E-6078-4D51-88AF-4BAE0BF7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CBB97-A277-46B0-A456-315D071D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BB7FC-1ED4-43BC-8A6F-C9DB547C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668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Keep the current SSH session open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8B2E6-4210-4E11-8440-095DF0E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A063E-4B38-4DA6-AFEE-FAAB97A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E9472-DE03-41CB-95DD-7CAD3092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668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Use a second terminal for 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15D81-B7D6-48D8-A8CA-5922A3ED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06FCE-EF9C-4166-AE7E-AA3F5C8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2D159-CE34-4813-837C-4FCFE0D2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622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Start with --limit node1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2193C-E737-46CB-B320-C95BEF50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194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EB25B-4F9C-4CB3-A5D4-8B112051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99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73054-E264-43CD-AAE7-EE74F904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622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Create a backup before editing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6E14C-733D-4A3C-A4C4-1575BFC4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5CD72-4360-40B1-8910-93D5B98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0C898-C9B1-4C63-BEAA-A3426663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576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Validate before reload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3E02F-31AB-4F4A-929D-6F82EF20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14800"/>
            <a:ext cx="5124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473A2-DF62-4A62-8607-9F741675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C7CA9-6654-4400-B413-6265334B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57675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Prefer reload over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819C3-B891-47EB-A583-6DB94875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Tip: --limit node1</a:t>
            </a:r>
          </a:p>
        </p:txBody>
      </p:sp>
    </p:spTree>
    <p:extLst>
      <p:ext uri="{BB962C8B-B14F-4D97-AF65-F5344CB8AC3E}">
        <p14:creationId xmlns:p14="http://schemas.microsoft.com/office/powerpoint/2010/main" val="1189539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0AF98-043D-411C-BB84-9C235AB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Modules used in this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D441E-B705-46B4-ADB0-2914F103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FAF21-557A-4D87-A29D-6CAE52A3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Each module owns a specific part of the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1EB01-5804-4AC4-997B-A32F5B90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4CC69-A744-4AD0-B012-C0E907CA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03D14-EB97-400F-A034-5E9026D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19442-94BA-4A79-B4BF-B2C92A67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1DA03-E1A9-45FB-95BA-96E6BA08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Test Ansible connectivity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5EF4A-C1D0-4C71-A314-AE45A6F0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56883-2ECA-417D-BD82-4AAEADE8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copy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B7416-8E54-47E4-90CD-1A0CBB18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Create the banner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99DE6-1CD8-4A07-9666-BCBAD043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EBFA7-A2BC-4E62-B7A7-98532F41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C476E-BD87-40A2-A0EA-7B600FB4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Run safe commands without a shell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BBBA1-22DC-45C1-A8AB-8086D9E9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7EB5C-4A18-482C-9678-7093FEA4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527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stat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A4112-A8D8-488B-A70D-48B72644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Inspect file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408695-2C88-45AA-B4BA-9DC13AD2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3508D-123F-4733-A2FC-32CC12CF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lineinfile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90184-5FCE-43CF-B532-6BEE8D13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81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Manage the Banner directive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E14DC-4BB8-465A-A8D6-32C7DCA8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861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1475A-993F-4779-B592-FAB8BB5F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814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shell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DFCF2-08DC-49AC-96D8-0B7AAD43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Use pipes for effective-config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DAA63-CE9D-4213-A2A1-52D33DDC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1F91E-7043-46E4-9868-AE78A2E5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A4C43E-7C5C-4E2E-90A9-121FE03D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10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Reload sshd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A7C45-682F-4DE5-972E-A997C3D3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94B7AC-505E-4932-97F4-EA11CBA7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101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8F600-B020-4DB4-9762-8B6FA178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0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Remove the banner file during cleanup</a:t>
            </a:r>
          </a:p>
        </p:txBody>
      </p:sp>
    </p:spTree>
    <p:extLst>
      <p:ext uri="{BB962C8B-B14F-4D97-AF65-F5344CB8AC3E}">
        <p14:creationId xmlns:p14="http://schemas.microsoft.com/office/powerpoint/2010/main" val="585979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8D6A2-88D0-4853-9CD7-FC07DB37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Project configuration and connectivity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EA12A-0CA4-4FD5-963C-B8B7851E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5F013-C1ED-4F88-B649-7205D6F6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Run from /home/ansibleadmin/automation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77D59-48FC-41CE-B5E7-9F6E559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6202E-BF0F-46D1-9A98-9E184D1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94E7-2D88-4BDB-8F32-18993A36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52768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4B74B-089D-4141-B953-8F4F0AC4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9339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[defaults]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inventory = ./inventory/nodes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remote_user = ansibleadmin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private_key_file = /home/ansibleadmin/.ssh/ansible-key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host_key_checking = 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0C4F7-3E75-4BB2-B55A-0F0471BA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52768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45958-100B-467B-8E06-EAC461C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49339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[privilege_escalation]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become_method = sudo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become_user = root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become_ask_pass =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E046B-81EB-4D54-B5FB-37AC9EDB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858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78CC7-1619-4584-B755-7762E91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cd /home/ansibleadmin/automation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ping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--list-hosts</a:t>
            </a:r>
          </a:p>
        </p:txBody>
      </p:sp>
    </p:spTree>
    <p:extLst>
      <p:ext uri="{BB962C8B-B14F-4D97-AF65-F5344CB8AC3E}">
        <p14:creationId xmlns:p14="http://schemas.microsoft.com/office/powerpoint/2010/main" val="1970282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89F18-C999-4963-BACB-09EC3BB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Create the SSH banner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F7110-F42A-40E8-BEA7-1C6A5D12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110C6-7206-4397-9C76-87A8A619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The template variable gives each host a unique message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E2C18-179D-489B-9262-A47E6705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76B10-EA50-4954-B331-FE1F5023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698B9-723A-4AA9-8C3E-B1359983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F7F55-B658-4A56-815B-F84F7E19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copy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'content="****************************************\nWelcome to {{ inventory_hostname }} for Ansible practice\n****************************************\n" dest=/etc/ssh/banner.txt owner=root group=root mode=0644'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610B2-6F54-4904-9284-226E53F4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A2EB4-B694-4806-A6D4-9D96B5C4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66C65-3A4C-47D9-A06E-0149A33D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RESULT ON EACH 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D55DA-0FD5-4EF6-BC66-CAB2C5B2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07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Welcome to node1 for Ansible practice</a:t>
            </a:r>
          </a:p>
        </p:txBody>
      </p:sp>
    </p:spTree>
    <p:extLst>
      <p:ext uri="{BB962C8B-B14F-4D97-AF65-F5344CB8AC3E}">
        <p14:creationId xmlns:p14="http://schemas.microsoft.com/office/powerpoint/2010/main" val="644641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1E3B0-B3F8-4FA5-A058-336BEA73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Inspect the banner 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54711-C40A-45ED-845F-28263910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4BD9B-37C3-434D-89E1-08A1536D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Use command for content and stat for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F2B74-F005-45E5-8B67-F144206B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A432D-120A-4DDB-B372-1905F6EA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C1D05-E109-4C6B-88DE-684B77C6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3530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E397C-AC6B-4DD3-ACC7-AEE98140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333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6A267-9667-43AA-A575-2F5561AE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38B4E-D670-4619-92CA-E6568421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857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ACD7D-F6D2-42C5-A3AF-6D1C5645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command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"cat /etc/ssh/banner.txt"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409B7-1E5C-42C1-BF0B-949B95E0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changed: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C5268-CE2D-449C-9D3A-B195FC31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3530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9EEFC-9D06-4E2F-A6D6-17732691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D5A6B-6A24-40E6-881A-84E72734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240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7EF54-AC77-4D61-9118-664A8216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4857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8AAD9-C2E7-485E-815A-C240D02D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514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stat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"path=/etc/ssh/banner.txt"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6F76D-6147-4372-AE8E-0D80D9B9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owner=root  mode=0644</a:t>
            </a:r>
          </a:p>
        </p:txBody>
      </p:sp>
    </p:spTree>
    <p:extLst>
      <p:ext uri="{BB962C8B-B14F-4D97-AF65-F5344CB8AC3E}">
        <p14:creationId xmlns:p14="http://schemas.microsoft.com/office/powerpoint/2010/main" val="376570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EA013-C698-4FF6-84E0-9F74BA65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Manage sshd_config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9D3F2-4C98-4D65-8814-BE9EFC0E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761EF-7CD2-40BF-9D63-BCED7325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lineinfile replaces a commented or active Banner directive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90022-72B5-4366-AEF1-8AB2373F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4A019-9478-4B88-B53A-46F27EA3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6E815-F1E3-4215-AA71-76A6AFC5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25E70-52A4-4BB7-AE55-C2D1D9FE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--limit node1 -m lineinfile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'path=/etc/ssh/sshd_config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regexp="^\s*#?\s*Banner\s+.*$"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line="Banner /etc/ssh/banner.txt" state=present backup=yes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validate="/usr/sbin/sshd -t -f %s"'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4FA91-AFD4-41B3-9ACB-F37FC42E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F041D-3DE5-49C9-9844-55128BD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DESIRED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4A175-3EC3-4361-8210-1BF25FF1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4800"/>
            <a:ext cx="813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F4F7FB"/>
                </a:solidFill>
                <a:latin typeface="DejaVu Sans Mono"/>
                <a:ea typeface="DejaVu Sans Mono"/>
                <a:cs typeface="DejaVu Sans Mono"/>
              </a:rPr>
              <a:t>Banner /etc/ssh/banner.txt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DAB74-4D33-4B78-968E-F89D01D6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After node1 succeeds, repeat without --limit.</a:t>
            </a:r>
          </a:p>
        </p:txBody>
      </p:sp>
    </p:spTree>
    <p:extLst>
      <p:ext uri="{BB962C8B-B14F-4D97-AF65-F5344CB8AC3E}">
        <p14:creationId xmlns:p14="http://schemas.microsoft.com/office/powerpoint/2010/main" val="3045064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C3296-4DBE-4B39-BD46-2E764D8B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Regex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605C8-7E25-45CF-BEF7-4C4379F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6C64A-98B0-4CDF-BF53-B48D773E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Read the pattern from left to right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0038A-871E-4D89-B62B-154A46B1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46E46-154E-4171-A2AD-3458C4A2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E6CAD-64CB-4F9D-A513-BAE0449D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9FA00-3538-4355-9DC8-D9F813D2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^\s*#?\s*Banner\s+.*$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B3051-8CED-405B-B1F6-EEAD3024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^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6F457-8E15-48D1-9674-A6800272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193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Start of 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F4F08-B157-4B45-B75F-E264739B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\s*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E9BEE-9794-4B34-9DA7-ECEA0005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Zero or more spaces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87981-D4A3-40B4-9A04-736F1CF7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#?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C0B03-B376-4652-83C1-C39D15F6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Optional comment character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590AE-9DA6-4008-BF04-48983194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\s*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75250-1EF8-46D5-B8C1-8D666A4F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004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Optional spaces again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1E55E-726E-4EB9-8662-FC5E0F09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Banner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761AD-BDAA-4D78-8643-5DC02171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81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Exact directive 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24C84-EAEC-40BF-8704-C19B55ED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\s+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7970B-0DBC-4496-933E-612D53D1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One or more spaces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B0938-B759-4E18-8CF3-F2155051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.*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E539C-0A94-47D5-A582-CA5433B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Any remaining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7CCF3-3A87-4FC3-AFE3-B13D27EB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60A5FA"/>
                </a:solidFill>
                <a:latin typeface="DejaVu Sans Mono"/>
                <a:ea typeface="DejaVu Sans Mono"/>
                <a:cs typeface="DejaVu Sans Mono"/>
              </a:rPr>
              <a:t>$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60731-46AC-4D13-8C07-09FF1B84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625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End of line</a:t>
            </a:r>
          </a:p>
        </p:txBody>
      </p:sp>
    </p:spTree>
    <p:extLst>
      <p:ext uri="{BB962C8B-B14F-4D97-AF65-F5344CB8AC3E}">
        <p14:creationId xmlns:p14="http://schemas.microsoft.com/office/powerpoint/2010/main" val="17309385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AAE85-3872-4A99-9D51-C67435F5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What the regex matches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023A4-443F-4CEC-A733-16D6799C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58F3D-9E3E-4A47-925C-BF533CCB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Anchors prevent partial directive names from matching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6D073-98B0-4FBA-AA9F-45870647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70A83-F2D3-47FC-B9F2-D095FD3B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66A85-934D-4C74-8425-C0F5A374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35305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06437-B0B2-4008-AD9A-28266502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638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5297D-4E61-4958-84F7-C0B4CCB9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MATCHES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8B73D-C608-44CB-AA51-EEF87851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8577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D77C4-5CA3-4759-9CC0-14DF29DA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514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#Banner none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# Banner /etc/issue.net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Banner none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   Banner /etc/ssh/banner.txt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307AB-DF10-49BD-8F07-2BACCD25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^ ... $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9D6E1-A30C-4B56-9CBB-89C778C3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35305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E50B2-5C0C-4DF3-B8B8-B045099D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FEDF5-28A2-46D8-BA7A-64F7A0C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24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DOES NOT 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BE40C-6021-49E2-AB09-B3D446FA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8577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63997-6951-4406-8F51-8E3ACC3A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38400"/>
            <a:ext cx="4514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BannerFile /tmp/banner.txt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MyBanner none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AllowBanner yes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73827-53B3-4C22-AA3A-1E7D4298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43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6B6B"/>
                </a:solidFill>
                <a:latin typeface="DejaVu Sans"/>
                <a:ea typeface="DejaVu Sans"/>
                <a:cs typeface="DejaVu Sans"/>
              </a:rPr>
              <a:t>Directive name is not exact</a:t>
            </a:r>
          </a:p>
        </p:txBody>
      </p:sp>
    </p:spTree>
    <p:extLst>
      <p:ext uri="{BB962C8B-B14F-4D97-AF65-F5344CB8AC3E}">
        <p14:creationId xmlns:p14="http://schemas.microsoft.com/office/powerpoint/2010/main" val="15107400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5696B-FE19-4166-BBC1-8A8BB048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Multiple matching 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C0619-4B5E-4BD6-AF4E-40C14576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82D83-6410-4006-BCFE-11F42297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lineinfile normally changes the last match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C34C6-EAD1-420D-8314-15413E22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07020-4D1E-4F8F-BA50-FA0496CA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D9F0F-CADC-46D0-8E87-551C07F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9B7B7-FA34-4E46-9411-52B34C63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If sshd_config contains several Banner lines, lineinfile changes the last matching line. Use the replace module when every match must be changed or removed.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8206B-E630-41BE-A8D4-A361FC21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Validate the complete SSH 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16FD7-D35D-44FD-8701-7612E280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AE208-8A3D-4A89-B035-6DDE6312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command -a "/usr/sbin/sshd -t"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shell -a \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"/usr/sbin/sshd -T | grep '^banner '"</a:t>
            </a:r>
          </a:p>
        </p:txBody>
      </p:sp>
    </p:spTree>
    <p:extLst>
      <p:ext uri="{BB962C8B-B14F-4D97-AF65-F5344CB8AC3E}">
        <p14:creationId xmlns:p14="http://schemas.microsoft.com/office/powerpoint/2010/main" val="12719731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88B10-E0A3-4067-8C0F-49BDB010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Validate before applying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907BE-06CD-48E9-9175-0AC3C71B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3EA96-39A3-4517-B237-980B1B32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Ansible tests a temporary configuration file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ECFE5-AE28-47ED-89AB-2F975757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B58B4-92F6-4A6A-8900-CC52665D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9594F-15A6-4A16-A7AE-137B4BEB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F7F24-AD72-4600-9D33-6B8D98AE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SAFE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35D45-56F2-4B12-BC6D-A5301EB2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419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DCEA4-F411-4FFF-A32D-A54933F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467D9-9D90-4871-8908-43C1A70C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Write temporary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4DB42-B1E0-4C92-AEBF-68C3DDE1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8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6F723-FAF6-4E0D-B42D-7A6CE96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47900"/>
            <a:ext cx="2419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4FE87-BDB7-4FBF-9231-F689274D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47951-214C-4CE8-AF54-EAB7A1B6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Run sshd -t -f %s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5AF38-A6D8-4212-9246-C6949F6F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8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AD640-0111-41A7-9FB1-239C2B63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2419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CD156-F218-4C94-A36F-B9F3E75A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EBA40-7986-407F-9A2C-BF80D0B7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08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Save only if valid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1E16A-240E-4193-A612-23A641E3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36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81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00122-9801-44B8-9281-246E2439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47900"/>
            <a:ext cx="2419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1F23D-6592-4CDD-9A70-BAA4838F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1">
                <a:solidFill>
                  <a:srgbClr val="FF6B6B"/>
                </a:solidFill>
                <a:latin typeface="DejaVu Sans Mono"/>
                <a:ea typeface="DejaVu Sans Mono"/>
                <a:cs typeface="DejaVu Sans Mon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9428B-A515-466C-B3C0-83972A52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Stop if invalid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4F719-8579-431F-8804-A3EE0F9C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6819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BDF0F-E7FE-4061-91CE-62EEB0D1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validate="/usr/sbin/sshd -t -f %s"</a:t>
            </a:r>
          </a:p>
        </p:txBody>
      </p:sp>
    </p:spTree>
    <p:extLst>
      <p:ext uri="{BB962C8B-B14F-4D97-AF65-F5344CB8AC3E}">
        <p14:creationId xmlns:p14="http://schemas.microsoft.com/office/powerpoint/2010/main" val="13360460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15BE9E-3A32-413D-A1D8-4D74AC5C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Reload and verify sshd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4245B-16FF-4ED4-BA89-37DCF2AE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EA34B-38BC-4F2D-8625-8860937D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Apply the valid configuration without dropping existing sessions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06963-8150-4300-BC63-937DC7C0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A16EB-FB8E-4613-AE16-1FF5693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28383-832E-4FC1-A856-25A8738E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76FE2-0D16-47CC-BFB0-34A58A5B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service -a \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"name=sshd state=reloaded"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59864-6384-423C-B6C6-439B7FC3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85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186D0-9342-4891-8E53-9F966C97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command -a \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"systemctl is-active sshd"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FA28C-3C3E-42FA-B0A4-E3546198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85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05A69-908C-41B4-9FCD-8C75D136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-m shell -a \</a:t>
            </a:r>
          </a:p>
          <a:p xmlns:a="http://schemas.openxmlformats.org/drawingml/2006/main">
            <a:pPr algn="l">
              <a:def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"pgrep -af sshd"</a:t>
            </a:r>
          </a:p>
        </p:txBody>
      </p:sp>
    </p:spTree>
    <p:extLst>
      <p:ext uri="{BB962C8B-B14F-4D97-AF65-F5344CB8AC3E}">
        <p14:creationId xmlns:p14="http://schemas.microsoft.com/office/powerpoint/2010/main" val="1470015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F56FB-E362-492E-90AE-E2C32F9B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Test from an SSH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A3345-17BA-4110-B09E-387318B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F5D77-A7DE-4D7D-B33C-6752903D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The banner appears before authentication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E37C4-B88B-4DFE-8452-457D3D03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C5169-AD97-42FB-96F6-622D76BE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854A0-FEA1-4896-B20B-F6C74843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1085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808CC-8E39-4E46-8C19-E6C0FCE8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0515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ssh -i ~/.ssh/ansible-key ansibleadmin@node1</a:t>
            </a:r>
          </a:p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ssh -i ~/.ssh/ansible-key ansibleadmin@node2</a:t>
            </a:r>
          </a:p>
          <a:p xmlns:a="http://schemas.openxmlformats.org/drawingml/2006/main">
            <a:pPr algn="l">
              <a:def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ssh -i ~/.ssh/ansible-key ansibleadmin@node3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49A42-CF6C-4D0B-AF84-2A0903A9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85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B0578-1629-44EE-BAE6-45DDA1F1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133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FF212-46CF-40C4-AACC-CF7B3958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EXPECTED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17F6B-658D-42E0-B41D-8A341BB4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07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Banner → authentication prompt → shell after successful login</a:t>
            </a:r>
          </a:p>
        </p:txBody>
      </p:sp>
    </p:spTree>
    <p:extLst>
      <p:ext uri="{BB962C8B-B14F-4D97-AF65-F5344CB8AC3E}">
        <p14:creationId xmlns:p14="http://schemas.microsoft.com/office/powerpoint/2010/main" val="20134686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867B6-416A-4BA6-BEB0-9F8FEF4A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Idempotency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95C54-5610-4209-823B-014B099E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94851-3B28-4831-A9D2-E08556ED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The second run should not make another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D80CA-7485-423E-8A48-4A9DE52E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198B1-8D6C-44D2-AA67-AEEFD50E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356EE-F739-4AFF-83AB-F0E9BBDF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324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6BAB0-B2C6-4B4A-97F8-9B760859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24050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9525">
            <a:solidFill>
              <a:srgbClr val="F4C9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342FA-E5FC-4216-85BC-8E3A00E2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335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FIRST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F9DE3-7E92-4547-A80F-F57DDBA9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F4C95D"/>
                </a:solidFill>
                <a:latin typeface="DejaVu Sans Mono"/>
                <a:ea typeface="DejaVu Sans Mono"/>
                <a:cs typeface="DejaVu Sans Mono"/>
              </a:rPr>
              <a:t>changed: 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E35EF-A5D3-4399-8C9B-934877EC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4324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C0C22-7552-4F22-82FD-67F8C1B2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2405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18C66-0C62-439D-97F5-054A9CA4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335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220"/>
                </a:solidFill>
                <a:latin typeface="DejaVu Sans"/>
                <a:ea typeface="DejaVu Sans"/>
                <a:cs typeface="DejaVu Sans"/>
              </a:rPr>
              <a:t>SECOND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B97F5-6396-4223-8596-AC9AB671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4ADE80"/>
                </a:solidFill>
                <a:latin typeface="DejaVu Sans Mono"/>
                <a:ea typeface="DejaVu Sans Mono"/>
                <a:cs typeface="DejaVu Sans Mono"/>
              </a:rPr>
              <a:t>changed: false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50503-B9C0-4ACE-932C-52CF2F0E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363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Run the copy and lineinfile commands again. A stable configuration should report no change.</a:t>
            </a:r>
          </a:p>
        </p:txBody>
      </p:sp>
    </p:spTree>
    <p:extLst>
      <p:ext uri="{BB962C8B-B14F-4D97-AF65-F5344CB8AC3E}">
        <p14:creationId xmlns:p14="http://schemas.microsoft.com/office/powerpoint/2010/main" val="16599542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BA985-EBCE-4D01-BD89-A5B63C85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Rollback and cleanup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56CAE-72D8-466D-8CC9-E9B9A6B2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54972-8045-4EFC-BD52-A9DAFE30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Return SSH to the original state and remove lab 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D15FE-BCA0-443E-BFEB-F5B78EE2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6AC7-2E26-4F1A-9068-B0ECCC06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9BBBE-883E-46CD-A850-EB04C4A7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5668C-CF76-4A75-8E94-CE0EEAD2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10515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lineinfile -a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'path=/etc/ssh/sshd_config regexp="^\s*#?\s*Banner\s+.*$"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line="#Banner none" state=present backup=yes \</a:t>
            </a:r>
          </a:p>
          <a:p xmlns:a="http://schemas.openxmlformats.org/drawingml/2006/main">
            <a:pPr algn="l">
              <a:def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validate="/usr/sbin/sshd -t -f %s"'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A9308-D228-47E0-8E1B-8DC29A1F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0858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81018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16E05-F59F-4C5C-83F1-6ED3C18B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051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service -a "name=sshd state=reloaded"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9F99D"/>
                </a:solidFill>
                <a:latin typeface="DejaVu Sans Mono"/>
                <a:ea typeface="DejaVu Sans Mono"/>
                <a:cs typeface="DejaVu Sans Mono"/>
              </a:rPr>
              <a:t>ansible three_tier_app -b -m file -a "path=/etc/ssh/banner.txt state=absent"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A7C58-0084-4ABF-B6FE-35F8626A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4C95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4C95D"/>
                </a:solidFill>
                <a:latin typeface="DejaVu Sans"/>
                <a:ea typeface="DejaVu Sans"/>
                <a:cs typeface="DejaVu Sans"/>
              </a:rPr>
              <a:t>Test SSH again after rollback.</a:t>
            </a:r>
          </a:p>
        </p:txBody>
      </p:sp>
    </p:spTree>
    <p:extLst>
      <p:ext uri="{BB962C8B-B14F-4D97-AF65-F5344CB8AC3E}">
        <p14:creationId xmlns:p14="http://schemas.microsoft.com/office/powerpoint/2010/main" val="8979995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F4F45-3248-40C7-B459-4F817612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Review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9A0DD-1D28-4C0F-B4E9-8FB5C01A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4B769-7AD2-4600-A7B2-32D59122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4400"/>
            <a:ext cx="1015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A complete ad-hoc configuration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08120-23CD-48AA-8711-DBD97476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SSH Banner with Ansible ad-hoc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6BF7D-58F7-43AE-9497-A642CCDC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A8B4C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159E6-A1D9-4347-A736-C8D14E10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ED1DD-3E5A-4394-A42D-DAA3955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5A001-2B9D-481A-AE76-390DBDEF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24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Connectivity confirmed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66613-7B7E-46AF-96FA-6481845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4287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D1135-9896-4567-999B-AECEDFAD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711B8-90CA-49D2-AD77-636C9D93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24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Banner file created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0AB47-CE58-4268-8C9F-13885A3B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2BC61-042F-48E8-B543-27FBC07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9827A-AA9B-4FEE-A4A2-2B7B84A9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Directive managed with regex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8B8FF-C937-428E-84F8-83F7D4DF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7179C-DC1D-4540-A25A-29CCF89A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AA618-A2B3-46E4-939D-D016E8D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Configuration validated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E67B5-D2BE-4654-BECC-10082227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EAF38-776C-4503-A75B-03BE9598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67602-ECA2-4460-AB11-B37942A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sshd reloaded and checked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1F0DA-EDCB-4F4B-887A-ED175D2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861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AB228-0EEE-4268-B09F-AC4EFD7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12EAF-DA88-4DC7-9B12-4BF27AA9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81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SSH login tested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EDD35-7388-4289-8290-496D202F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21D30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8DBB7-9B8D-4765-B07A-5D5E6BF6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E202F5-652A-4418-B067-490D43DA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Second run is idempotent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EE4A0-D06C-40C2-A5BA-B0C7932D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51244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43A"/>
          </a:solidFill>
          <a:ln xmlns:a="http://schemas.openxmlformats.org/drawingml/2006/main" w="9525">
            <a:solidFill>
              <a:srgbClr val="2B3A5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C6A466-3F25-4FFE-B4CB-8B63008D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ADE80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82468-EA66-4FFD-AC89-F885DF30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10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Rollback completed</a:t>
            </a:r>
          </a:p>
        </p:txBody>
      </p:sp>
    </p:spTree>
    <p:extLst>
      <p:ext uri="{BB962C8B-B14F-4D97-AF65-F5344CB8AC3E}">
        <p14:creationId xmlns:p14="http://schemas.microsoft.com/office/powerpoint/2010/main" val="106049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2026-09-23T04:27:34.1790000Z</dcterms:created>
  <dcterms:modified xsi:type="dcterms:W3CDTF">2026-09-23T04:27:34.1790000Z</dcterms:modified>
</coreProperties>
</file>